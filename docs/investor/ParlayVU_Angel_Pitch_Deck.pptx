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ANGEL / PRE-SEED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ParlayVU.ai turns client work into an AI-operated 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67712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2645D"/>
                </a:solidFill>
                <a:latin typeface="Aptos"/>
              </a:rPr>
              <a:t>Microsoft-native AI operating system for client-facing expert firms.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63240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20">
                <a:solidFill>
                  <a:srgbClr val="16201D"/>
                </a:solidFill>
                <a:latin typeface="Aptos"/>
              </a:defRPr>
            </a:pPr>
            <a:r>
              <a:t>Nathan orchestrates specialist AI agents inside Teams, Microsoft 365, and project memory.</a:t>
            </a:r>
          </a:p>
          <a:p>
            <a:pPr>
              <a:spcAft>
                <a:spcPts val="800"/>
              </a:spcAft>
              <a:defRPr sz="1420">
                <a:solidFill>
                  <a:srgbClr val="16201D"/>
                </a:solidFill>
                <a:latin typeface="Aptos"/>
              </a:defRPr>
            </a:pPr>
            <a:r>
              <a:t>Raising $100k-$300k to convert a working product into repeatable pilots.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Brand cues from parlayvu.ai</a:t>
            </a:r>
          </a:p>
        </p:txBody>
      </p:sp>
      <p:sp>
        <p:nvSpPr>
          <p:cNvPr id="11" name="Oval 10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Palette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Deep green, copper, sand, sage</a:t>
            </a:r>
          </a:p>
        </p:txBody>
      </p:sp>
      <p:sp>
        <p:nvSpPr>
          <p:cNvPr id="14" name="Oval 13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Rounded cards, editorial discipline</a:t>
            </a:r>
          </a:p>
        </p:txBody>
      </p:sp>
      <p:sp>
        <p:nvSpPr>
          <p:cNvPr id="17" name="Oval 16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Clean sans-serif PPT-native Aptos</a:t>
            </a:r>
          </a:p>
        </p:txBody>
      </p:sp>
      <p:sp>
        <p:nvSpPr>
          <p:cNvPr id="20" name="Oval 19"/>
          <p:cNvSpPr/>
          <p:nvPr/>
        </p:nvSpPr>
        <p:spPr>
          <a:xfrm>
            <a:off x="8065008" y="491947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84632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Logo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507492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Downloaded if public asset is accessible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Open with practical B2B productivity: firms already live in Microsoft 365; ParlayVU makes that work surface agentic.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Client-facing firms lose margin after every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Calls, transcripts, notes, assets, tasks, dashboards, emails, and approvals scatter across disconnected tools.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Generic AI can draft content, but it does not remember the client or manage the workflow.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Boutique agencies, consultants, coaches, and expert businesses need AI leverage without building an internal AI team.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Operating loop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Teams + Microsoft 365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Approval-gated 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Client-ready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Emphasize that the workflow is the product for expert firms; fragmentation is a margin leak, not just an annoyance.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Nathan runs the client workflow from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Nathan is the Teams front door and orchestrator for a specialist agent team.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Agents turn source material into notes, campaign assets, websites, approval packets, dashboards, and follow-up.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Human approvals remain the gate for client-facing sends, publishing, deployments, claims, and commitments.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Operating loop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Teams + Microsoft 365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Approval-gated 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Client-ready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Position ParlayVU as governed execution, not an uncontrolled autonomous employee.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A Microsoft-native AI workspace, not another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Teams channels bind to client and project memory, so Nathan answers in context.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Teams Files publishing creates meeting notes as .md for memory and .docx for client review.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Graph, agent mailboxes, approval cards, Planner direction, SharePoint Files, and Power BI starter data form the operating surface.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Dylan can generate Astro/Tailwind campaign sites and route deployment through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Operating loop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Teams + Microsoft 365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Approval-gated 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Client-ready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Make the Microsoft-native point concrete: Teams, SharePoint Files, Word, Planner direction, Power BI starters, and approvals.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CURRENT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The demo already proves the workflow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FastAPI/LangGraph backend with readiness checks for LLM, memory, M365, Teams, avatar, and approval configuration.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Teams-style Nathan message routing works against project memory.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RamAir pilot workspace documents channels, Files folders, meeting notes, approvals, and dashboard starter data.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Tavus validates a provider-hosted Nathan conversation path; native Teams audio/video remains roadmap/scaffold.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Current proof, stated carefully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Working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Nathan routing, memory scaffold, M365 Files outputs, approvals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Demo-ready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RamAir workspace, readiness checks, approval 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Provider-hosted avatar path through Tavus</a:t>
            </a:r>
          </a:p>
        </p:txBody>
      </p:sp>
      <p:sp>
        <p:nvSpPr>
          <p:cNvPr id="19" name="Oval 18"/>
          <p:cNvSpPr/>
          <p:nvPr/>
        </p:nvSpPr>
        <p:spPr>
          <a:xfrm>
            <a:off x="8065008" y="491947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84632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507492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Native Teams media bridge and production A/V participation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Be crisp about proof boundaries. The working loop exists; production native Teams avatar participation is not claimed.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AI agents are moving into the tools where work already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Microsoft Teams and Microsoft 365 are the default operating surface for many client-facing firms.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AI has moved from single prompts to agentic workflows, but most SMB teams cannot assemble the plumbing themselves.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Buyers want productivity gains with control: project memory, approvals, auditability, and client-ready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Operating loop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Teams + Microsoft 365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Approval-gated 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Client-ready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Tie the timing to practical adoption: teams want leverage, but they need trust and workflow fit.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MARKET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Start with firms where expertise becomes client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Initial wedge: boutique agencies, consultants, coaches, professional services firms, and expert-led businesses.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Ideal early customer: Microsoft 365/Teams user with repeatable meetings, content, campaigns, reporting, and approvals.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Ann Arbor/Michigan provides a practical B2B launch network without limiting the broader 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Operating loop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Teams + Microsoft 365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Approval-gated 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Client-ready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Show discipline: the first wedge is narrow enough for founder-led pilots and broad enough to become a repeatable category.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High-touch pilots now, repeatable workspace subscriptions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Early revenue: setup or pilot fee plus monthly subscription.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Subscription dimensions: active clients/projects, agent seats, integrations, generated outputs, storage, and premium modules.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Services-assisted onboarding exposes repeatable templates and accelerates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Operating loop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Teams + Microsoft 365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Approval-gated 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Client-ready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Angels should hear that services are a learning wedge, not the long-term ceiling.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GO TO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Founder-led pilots create the first repeatable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Run 3-5 RamAir-style pilots with firms already using Microsoft 365.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Sell around one concrete workflow: turn client meetings and source material into approved deliverables and follow-up.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Convert successful pilots into templates: channel setup, meeting notes, approval packets, campaign kits, dashboards, and weekly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Operating loop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Teams + Microsoft 365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Approval-gated 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Client-ready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Ask investors for customer introductions as much as capital: agencies, consultants, Microsoft-centric SMBs, and operators.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Project memory, approvals, and Microsoft 365 outputs compound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Not generic chat: Teams-native project memory and client workspace execution.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Not a content-only tool: agents coordinate notes, sites, drafts, approvals, dashboards, and follow-up.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Not uncontrolled autonomy: approval gates govern client-facing actions.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Roadmap advantage: provider-hosted avatar proof plus conservative native Teams media-bot scaffold.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0688" y="1389888"/>
            <a:ext cx="190195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1790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A25F2B"/>
                </a:solidFill>
                <a:latin typeface="Aptos"/>
              </a:rPr>
              <a:t>DIFFERENTIATOR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75564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352F"/>
                </a:solidFill>
                <a:latin typeface="Aptos Display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84832"/>
            <a:ext cx="1481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0">
                <a:solidFill>
                  <a:srgbClr val="52645D"/>
                </a:solidFill>
                <a:latin typeface="Aptos"/>
              </a:rPr>
              <a:t>Client/project context lives with the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0688" y="2560320"/>
            <a:ext cx="190195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68833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A25F2B"/>
                </a:solidFill>
                <a:latin typeface="Aptos"/>
              </a:rPr>
              <a:t>DIFFERENTIATOR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92607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352F"/>
                </a:solidFill>
                <a:latin typeface="Aptos Display"/>
              </a:rPr>
              <a:t>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255263"/>
            <a:ext cx="1481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0">
                <a:solidFill>
                  <a:srgbClr val="52645D"/>
                </a:solidFill>
                <a:latin typeface="Aptos"/>
              </a:rPr>
              <a:t>Approval gates protect client-facing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730752"/>
            <a:ext cx="190195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85876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A25F2B"/>
                </a:solidFill>
                <a:latin typeface="Aptos"/>
              </a:rPr>
              <a:t>DIFFERENTIATOR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0965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352F"/>
                </a:solidFill>
                <a:latin typeface="Aptos Display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425696"/>
            <a:ext cx="1481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0">
                <a:solidFill>
                  <a:srgbClr val="52645D"/>
                </a:solidFill>
                <a:latin typeface="Aptos"/>
              </a:rPr>
              <a:t>Work lands in Teams, Files, dashboards, sites, and follow-up.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Contrast against generic AI and content tools by grounding the moat in memory, governance, and Microsoft-native outputs.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The next 90 days turn the demo into pilot-ready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30 days: polish RamAir pilot workspace, meeting-note flow, approval cards, readiness checks, and demo script.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60 days: package onboarding templates for 3-5 pilot firms and tighten M365/Teams Files setup.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90 days: convert pilot learnings into workspace modules, dashboard updates, stronger memory ingestion, and early pricing.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Later: validate native Teams roster participation and audio/video bridge after Graph media and provider terms are proven.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Milestone cadence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Polish RamAir and demo loop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60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Package pilot onboarding templates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90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Paid pilots or LOIs plus pricing clarity</a:t>
            </a:r>
          </a:p>
        </p:txBody>
      </p:sp>
      <p:sp>
        <p:nvSpPr>
          <p:cNvPr id="19" name="Oval 18"/>
          <p:cNvSpPr/>
          <p:nvPr/>
        </p:nvSpPr>
        <p:spPr>
          <a:xfrm>
            <a:off x="8065008" y="491947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84632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507492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Validate native Teams media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Use the roadmap to reinforce credibility: the media bridge is future validation, not current production capability.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502920"/>
            <a:ext cx="3474720" cy="3474720"/>
          </a:xfrm>
          <a:prstGeom prst="ellipse">
            <a:avLst/>
          </a:prstGeom>
          <a:solidFill>
            <a:srgbClr val="F3D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366760" y="658368"/>
            <a:ext cx="2194560" cy="237744"/>
          </a:xfrm>
          <a:prstGeom prst="roundRect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"/>
            <a:ext cx="1463040" cy="27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8412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5F2B"/>
                </a:solidFill>
                <a:latin typeface="Aptos"/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152144"/>
            <a:ext cx="7178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352F"/>
                </a:solidFill>
                <a:latin typeface="Aptos Display"/>
              </a:rPr>
              <a:t>Raising $100k-$300k to turn working product into early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989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Use of funds: product hardening, pilot delivery, M365/Teams integration, Tavus/LiveAvatar validation, design assets, and founder-led GTM.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By close: RamAir polished, 3-5 qualified pilot conversations active, and repeatable workspace templates documented.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Within 90 days of funding: first paid pilots or signed pilot LOIs, measurable workflow outputs, and clearer subscription packaging.</a:t>
            </a:r>
          </a:p>
          <a:p>
            <a:pPr>
              <a:spcAft>
                <a:spcPts val="800"/>
              </a:spcAft>
              <a:defRPr sz="1360">
                <a:solidFill>
                  <a:srgbClr val="16201D"/>
                </a:solidFill>
                <a:latin typeface="Aptos"/>
              </a:defRPr>
            </a:pPr>
            <a:r>
              <a:t>Investor asks: small checks, pilot introductions, Microsoft 365 operator/customer intros, and Michigan angel referrals.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124712"/>
            <a:ext cx="3246120" cy="4142232"/>
          </a:xfrm>
          <a:prstGeom prst="roundRect">
            <a:avLst/>
          </a:prstGeom>
          <a:solidFill>
            <a:srgbClr val="20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4813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Round shape</a:t>
            </a:r>
          </a:p>
        </p:txBody>
      </p:sp>
      <p:sp>
        <p:nvSpPr>
          <p:cNvPr id="10" name="Oval 9"/>
          <p:cNvSpPr/>
          <p:nvPr/>
        </p:nvSpPr>
        <p:spPr>
          <a:xfrm>
            <a:off x="8065008" y="231343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24028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Raise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46888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$100k-$300k angel / pre-seed</a:t>
            </a:r>
          </a:p>
        </p:txBody>
      </p:sp>
      <p:sp>
        <p:nvSpPr>
          <p:cNvPr id="13" name="Oval 12"/>
          <p:cNvSpPr/>
          <p:nvPr/>
        </p:nvSpPr>
        <p:spPr>
          <a:xfrm>
            <a:off x="8065008" y="318211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3756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Product hardening and pilot delivery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50791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776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Introductions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Pilot customers and Microsoft-centric SMBs</a:t>
            </a:r>
          </a:p>
        </p:txBody>
      </p:sp>
      <p:sp>
        <p:nvSpPr>
          <p:cNvPr id="19" name="Oval 18"/>
          <p:cNvSpPr/>
          <p:nvPr/>
        </p:nvSpPr>
        <p:spPr>
          <a:xfrm>
            <a:off x="8065008" y="4919472"/>
            <a:ext cx="128016" cy="128016"/>
          </a:xfrm>
          <a:prstGeom prst="ellipse">
            <a:avLst/>
          </a:prstGeom>
          <a:solidFill>
            <a:srgbClr val="D9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84632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3D7A6"/>
                </a:solidFill>
                <a:latin typeface="Aptos"/>
              </a:rPr>
              <a:t>Milestone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507492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 b="0">
                <a:solidFill>
                  <a:srgbClr val="E6EEE8"/>
                </a:solidFill>
                <a:latin typeface="Aptos"/>
              </a:rPr>
              <a:t>Working demo to first revenue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504688"/>
            <a:ext cx="107167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D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850">
                <a:solidFill>
                  <a:srgbClr val="52645D"/>
                </a:solidFill>
                <a:latin typeface="Aptos"/>
              </a:defRPr>
            </a:pPr>
            <a:r>
              <a:t>Founder cue: Close on the conversion: this round turns a working demo and pilot scaffold into repeatable customer pilots.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52645D"/>
                </a:solidFill>
                <a:latin typeface="Aptos"/>
              </a:rPr>
              <a:t>ParlayVU.ai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45D"/>
                </a:solidFill>
                <a:latin typeface="Aptos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